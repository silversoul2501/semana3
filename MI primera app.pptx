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B8C388-FDCA-470F-881B-95DF9343535E}" type="doc">
      <dgm:prSet loTypeId="urn:microsoft.com/office/officeart/2005/8/layout/hierarchy3" loCatId="hierarchy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C32F886-0DA8-4272-8A32-6B386363BEF7}">
      <dgm:prSet/>
      <dgm:spPr/>
      <dgm:t>
        <a:bodyPr/>
        <a:lstStyle/>
        <a:p>
          <a:r>
            <a:rPr lang="es-CL"/>
            <a:t>Visual code stude</a:t>
          </a:r>
          <a:endParaRPr lang="en-US"/>
        </a:p>
      </dgm:t>
    </dgm:pt>
    <dgm:pt modelId="{3EDE4A74-3B73-46DC-B8B8-8A61AFE21797}" type="parTrans" cxnId="{1CBABC37-7C92-4E7C-8B03-FBE2E0CD0DD2}">
      <dgm:prSet/>
      <dgm:spPr/>
      <dgm:t>
        <a:bodyPr/>
        <a:lstStyle/>
        <a:p>
          <a:endParaRPr lang="en-US"/>
        </a:p>
      </dgm:t>
    </dgm:pt>
    <dgm:pt modelId="{8973E9F7-BDD0-47AB-AD15-E0522FD1B0F2}" type="sibTrans" cxnId="{1CBABC37-7C92-4E7C-8B03-FBE2E0CD0DD2}">
      <dgm:prSet/>
      <dgm:spPr/>
      <dgm:t>
        <a:bodyPr/>
        <a:lstStyle/>
        <a:p>
          <a:endParaRPr lang="en-US"/>
        </a:p>
      </dgm:t>
    </dgm:pt>
    <dgm:pt modelId="{C17E6F63-DC41-4758-9F46-216F488E2862}">
      <dgm:prSet/>
      <dgm:spPr/>
      <dgm:t>
        <a:bodyPr/>
        <a:lstStyle/>
        <a:p>
          <a:r>
            <a:rPr lang="es-CL"/>
            <a:t>Angular </a:t>
          </a:r>
          <a:endParaRPr lang="en-US"/>
        </a:p>
      </dgm:t>
    </dgm:pt>
    <dgm:pt modelId="{98AA2803-0725-48A1-BD0D-03C7D28797D7}" type="parTrans" cxnId="{4BE24F62-EA7F-4E3F-906A-8B58A4C585F1}">
      <dgm:prSet/>
      <dgm:spPr/>
      <dgm:t>
        <a:bodyPr/>
        <a:lstStyle/>
        <a:p>
          <a:endParaRPr lang="en-US"/>
        </a:p>
      </dgm:t>
    </dgm:pt>
    <dgm:pt modelId="{A36858A8-16D4-4718-A7D6-F92EF8503916}" type="sibTrans" cxnId="{4BE24F62-EA7F-4E3F-906A-8B58A4C585F1}">
      <dgm:prSet/>
      <dgm:spPr/>
      <dgm:t>
        <a:bodyPr/>
        <a:lstStyle/>
        <a:p>
          <a:endParaRPr lang="en-US"/>
        </a:p>
      </dgm:t>
    </dgm:pt>
    <dgm:pt modelId="{9229734E-9346-4FD1-8258-5466CB79074B}">
      <dgm:prSet/>
      <dgm:spPr/>
      <dgm:t>
        <a:bodyPr/>
        <a:lstStyle/>
        <a:p>
          <a:r>
            <a:rPr lang="es-CL"/>
            <a:t>NodeJS.</a:t>
          </a:r>
          <a:endParaRPr lang="en-US"/>
        </a:p>
      </dgm:t>
    </dgm:pt>
    <dgm:pt modelId="{809EC27E-53D5-4B5D-939B-C803A2EFFB61}" type="parTrans" cxnId="{A3114E4D-5B78-4FC6-B0FD-35A573146B9F}">
      <dgm:prSet/>
      <dgm:spPr/>
      <dgm:t>
        <a:bodyPr/>
        <a:lstStyle/>
        <a:p>
          <a:endParaRPr lang="en-US"/>
        </a:p>
      </dgm:t>
    </dgm:pt>
    <dgm:pt modelId="{81C96718-0E66-49B4-BA21-F3E83E48FE7F}" type="sibTrans" cxnId="{A3114E4D-5B78-4FC6-B0FD-35A573146B9F}">
      <dgm:prSet/>
      <dgm:spPr/>
      <dgm:t>
        <a:bodyPr/>
        <a:lstStyle/>
        <a:p>
          <a:endParaRPr lang="en-US"/>
        </a:p>
      </dgm:t>
    </dgm:pt>
    <dgm:pt modelId="{CBA8C07A-BB56-44D0-847C-FF24A6CF5D62}" type="pres">
      <dgm:prSet presAssocID="{82B8C388-FDCA-470F-881B-95DF9343535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6476B0-CDB4-4A34-9728-64E5D9D5182A}" type="pres">
      <dgm:prSet presAssocID="{6C32F886-0DA8-4272-8A32-6B386363BEF7}" presName="root" presStyleCnt="0"/>
      <dgm:spPr/>
    </dgm:pt>
    <dgm:pt modelId="{11974E78-0937-419D-80C5-A14E5A4A1541}" type="pres">
      <dgm:prSet presAssocID="{6C32F886-0DA8-4272-8A32-6B386363BEF7}" presName="rootComposite" presStyleCnt="0"/>
      <dgm:spPr/>
    </dgm:pt>
    <dgm:pt modelId="{EC560550-A705-4960-AF35-59F8533C1E4E}" type="pres">
      <dgm:prSet presAssocID="{6C32F886-0DA8-4272-8A32-6B386363BEF7}" presName="rootText" presStyleLbl="node1" presStyleIdx="0" presStyleCnt="3"/>
      <dgm:spPr/>
    </dgm:pt>
    <dgm:pt modelId="{762B27FF-B859-4F90-91DF-F5943EBA24E2}" type="pres">
      <dgm:prSet presAssocID="{6C32F886-0DA8-4272-8A32-6B386363BEF7}" presName="rootConnector" presStyleLbl="node1" presStyleIdx="0" presStyleCnt="3"/>
      <dgm:spPr/>
    </dgm:pt>
    <dgm:pt modelId="{03B94A2D-5E83-4FE1-A157-E062FD16EDA4}" type="pres">
      <dgm:prSet presAssocID="{6C32F886-0DA8-4272-8A32-6B386363BEF7}" presName="childShape" presStyleCnt="0"/>
      <dgm:spPr/>
    </dgm:pt>
    <dgm:pt modelId="{69ADF844-1921-4ABC-B9EC-BFB38D98A156}" type="pres">
      <dgm:prSet presAssocID="{C17E6F63-DC41-4758-9F46-216F488E2862}" presName="root" presStyleCnt="0"/>
      <dgm:spPr/>
    </dgm:pt>
    <dgm:pt modelId="{85740FB6-15B9-4B3C-8BDF-026580793A65}" type="pres">
      <dgm:prSet presAssocID="{C17E6F63-DC41-4758-9F46-216F488E2862}" presName="rootComposite" presStyleCnt="0"/>
      <dgm:spPr/>
    </dgm:pt>
    <dgm:pt modelId="{A4735839-A47B-4932-804E-D520E39411B2}" type="pres">
      <dgm:prSet presAssocID="{C17E6F63-DC41-4758-9F46-216F488E2862}" presName="rootText" presStyleLbl="node1" presStyleIdx="1" presStyleCnt="3"/>
      <dgm:spPr/>
    </dgm:pt>
    <dgm:pt modelId="{A2BD952B-D33D-4EAF-9A83-709F57678CBD}" type="pres">
      <dgm:prSet presAssocID="{C17E6F63-DC41-4758-9F46-216F488E2862}" presName="rootConnector" presStyleLbl="node1" presStyleIdx="1" presStyleCnt="3"/>
      <dgm:spPr/>
    </dgm:pt>
    <dgm:pt modelId="{BCDA78CD-4A96-4B62-8ABD-482B43FF49BA}" type="pres">
      <dgm:prSet presAssocID="{C17E6F63-DC41-4758-9F46-216F488E2862}" presName="childShape" presStyleCnt="0"/>
      <dgm:spPr/>
    </dgm:pt>
    <dgm:pt modelId="{09136E49-7613-419E-81E2-1AB05763C51B}" type="pres">
      <dgm:prSet presAssocID="{9229734E-9346-4FD1-8258-5466CB79074B}" presName="root" presStyleCnt="0"/>
      <dgm:spPr/>
    </dgm:pt>
    <dgm:pt modelId="{631DD67D-7A06-4338-9437-59B2D45DCF01}" type="pres">
      <dgm:prSet presAssocID="{9229734E-9346-4FD1-8258-5466CB79074B}" presName="rootComposite" presStyleCnt="0"/>
      <dgm:spPr/>
    </dgm:pt>
    <dgm:pt modelId="{08BCAA57-158F-4611-956F-4DFBCA5FB2AF}" type="pres">
      <dgm:prSet presAssocID="{9229734E-9346-4FD1-8258-5466CB79074B}" presName="rootText" presStyleLbl="node1" presStyleIdx="2" presStyleCnt="3"/>
      <dgm:spPr/>
    </dgm:pt>
    <dgm:pt modelId="{3E87CD2A-0EF4-410A-B570-B8165B20DD7C}" type="pres">
      <dgm:prSet presAssocID="{9229734E-9346-4FD1-8258-5466CB79074B}" presName="rootConnector" presStyleLbl="node1" presStyleIdx="2" presStyleCnt="3"/>
      <dgm:spPr/>
    </dgm:pt>
    <dgm:pt modelId="{846E378B-7435-4500-B5E6-6DF8A65E7BB5}" type="pres">
      <dgm:prSet presAssocID="{9229734E-9346-4FD1-8258-5466CB79074B}" presName="childShape" presStyleCnt="0"/>
      <dgm:spPr/>
    </dgm:pt>
  </dgm:ptLst>
  <dgm:cxnLst>
    <dgm:cxn modelId="{899B280E-67B2-4DC6-B544-2A846673BF60}" type="presOf" srcId="{9229734E-9346-4FD1-8258-5466CB79074B}" destId="{3E87CD2A-0EF4-410A-B570-B8165B20DD7C}" srcOrd="1" destOrd="0" presId="urn:microsoft.com/office/officeart/2005/8/layout/hierarchy3"/>
    <dgm:cxn modelId="{1CBABC37-7C92-4E7C-8B03-FBE2E0CD0DD2}" srcId="{82B8C388-FDCA-470F-881B-95DF9343535E}" destId="{6C32F886-0DA8-4272-8A32-6B386363BEF7}" srcOrd="0" destOrd="0" parTransId="{3EDE4A74-3B73-46DC-B8B8-8A61AFE21797}" sibTransId="{8973E9F7-BDD0-47AB-AD15-E0522FD1B0F2}"/>
    <dgm:cxn modelId="{4BE24F62-EA7F-4E3F-906A-8B58A4C585F1}" srcId="{82B8C388-FDCA-470F-881B-95DF9343535E}" destId="{C17E6F63-DC41-4758-9F46-216F488E2862}" srcOrd="1" destOrd="0" parTransId="{98AA2803-0725-48A1-BD0D-03C7D28797D7}" sibTransId="{A36858A8-16D4-4718-A7D6-F92EF8503916}"/>
    <dgm:cxn modelId="{DB28AD4C-AE39-4C4B-8B05-0C2CC5335A9F}" type="presOf" srcId="{9229734E-9346-4FD1-8258-5466CB79074B}" destId="{08BCAA57-158F-4611-956F-4DFBCA5FB2AF}" srcOrd="0" destOrd="0" presId="urn:microsoft.com/office/officeart/2005/8/layout/hierarchy3"/>
    <dgm:cxn modelId="{A3114E4D-5B78-4FC6-B0FD-35A573146B9F}" srcId="{82B8C388-FDCA-470F-881B-95DF9343535E}" destId="{9229734E-9346-4FD1-8258-5466CB79074B}" srcOrd="2" destOrd="0" parTransId="{809EC27E-53D5-4B5D-939B-C803A2EFFB61}" sibTransId="{81C96718-0E66-49B4-BA21-F3E83E48FE7F}"/>
    <dgm:cxn modelId="{1CC16452-CD82-4B41-8CF8-F2F704FA7D2E}" type="presOf" srcId="{C17E6F63-DC41-4758-9F46-216F488E2862}" destId="{A4735839-A47B-4932-804E-D520E39411B2}" srcOrd="0" destOrd="0" presId="urn:microsoft.com/office/officeart/2005/8/layout/hierarchy3"/>
    <dgm:cxn modelId="{DD40FF86-9B52-4288-8DDC-CDE825F41CA1}" type="presOf" srcId="{6C32F886-0DA8-4272-8A32-6B386363BEF7}" destId="{EC560550-A705-4960-AF35-59F8533C1E4E}" srcOrd="0" destOrd="0" presId="urn:microsoft.com/office/officeart/2005/8/layout/hierarchy3"/>
    <dgm:cxn modelId="{D5362889-439D-43F0-B7A6-ACB951ADC49C}" type="presOf" srcId="{C17E6F63-DC41-4758-9F46-216F488E2862}" destId="{A2BD952B-D33D-4EAF-9A83-709F57678CBD}" srcOrd="1" destOrd="0" presId="urn:microsoft.com/office/officeart/2005/8/layout/hierarchy3"/>
    <dgm:cxn modelId="{293287B6-0D0E-4AE9-8555-55800355A94C}" type="presOf" srcId="{82B8C388-FDCA-470F-881B-95DF9343535E}" destId="{CBA8C07A-BB56-44D0-847C-FF24A6CF5D62}" srcOrd="0" destOrd="0" presId="urn:microsoft.com/office/officeart/2005/8/layout/hierarchy3"/>
    <dgm:cxn modelId="{465BA2BA-BE29-4F12-A923-136F3DC63342}" type="presOf" srcId="{6C32F886-0DA8-4272-8A32-6B386363BEF7}" destId="{762B27FF-B859-4F90-91DF-F5943EBA24E2}" srcOrd="1" destOrd="0" presId="urn:microsoft.com/office/officeart/2005/8/layout/hierarchy3"/>
    <dgm:cxn modelId="{56CE182E-44CA-4150-8DDD-DB3D99799EE2}" type="presParOf" srcId="{CBA8C07A-BB56-44D0-847C-FF24A6CF5D62}" destId="{146476B0-CDB4-4A34-9728-64E5D9D5182A}" srcOrd="0" destOrd="0" presId="urn:microsoft.com/office/officeart/2005/8/layout/hierarchy3"/>
    <dgm:cxn modelId="{B8B7728F-1D1C-4EDD-9F5B-BB501D2BEAFE}" type="presParOf" srcId="{146476B0-CDB4-4A34-9728-64E5D9D5182A}" destId="{11974E78-0937-419D-80C5-A14E5A4A1541}" srcOrd="0" destOrd="0" presId="urn:microsoft.com/office/officeart/2005/8/layout/hierarchy3"/>
    <dgm:cxn modelId="{79DFEFF9-82C8-4D05-BD44-D9D09DEBCEFE}" type="presParOf" srcId="{11974E78-0937-419D-80C5-A14E5A4A1541}" destId="{EC560550-A705-4960-AF35-59F8533C1E4E}" srcOrd="0" destOrd="0" presId="urn:microsoft.com/office/officeart/2005/8/layout/hierarchy3"/>
    <dgm:cxn modelId="{150AA78E-8E75-412F-BF4C-DD4DF3BB51E9}" type="presParOf" srcId="{11974E78-0937-419D-80C5-A14E5A4A1541}" destId="{762B27FF-B859-4F90-91DF-F5943EBA24E2}" srcOrd="1" destOrd="0" presId="urn:microsoft.com/office/officeart/2005/8/layout/hierarchy3"/>
    <dgm:cxn modelId="{7AE3EDD5-EED8-4E72-BC18-E6DC591DADD4}" type="presParOf" srcId="{146476B0-CDB4-4A34-9728-64E5D9D5182A}" destId="{03B94A2D-5E83-4FE1-A157-E062FD16EDA4}" srcOrd="1" destOrd="0" presId="urn:microsoft.com/office/officeart/2005/8/layout/hierarchy3"/>
    <dgm:cxn modelId="{8BB90F07-97F4-4299-9CE8-D07379F9990C}" type="presParOf" srcId="{CBA8C07A-BB56-44D0-847C-FF24A6CF5D62}" destId="{69ADF844-1921-4ABC-B9EC-BFB38D98A156}" srcOrd="1" destOrd="0" presId="urn:microsoft.com/office/officeart/2005/8/layout/hierarchy3"/>
    <dgm:cxn modelId="{F369F13D-0B6A-498D-986B-47D5DE162E3B}" type="presParOf" srcId="{69ADF844-1921-4ABC-B9EC-BFB38D98A156}" destId="{85740FB6-15B9-4B3C-8BDF-026580793A65}" srcOrd="0" destOrd="0" presId="urn:microsoft.com/office/officeart/2005/8/layout/hierarchy3"/>
    <dgm:cxn modelId="{50DD79BB-588D-4AA7-A882-FCB102F251E6}" type="presParOf" srcId="{85740FB6-15B9-4B3C-8BDF-026580793A65}" destId="{A4735839-A47B-4932-804E-D520E39411B2}" srcOrd="0" destOrd="0" presId="urn:microsoft.com/office/officeart/2005/8/layout/hierarchy3"/>
    <dgm:cxn modelId="{93751CCB-D9C4-4A03-91C8-E6D81EFFDD55}" type="presParOf" srcId="{85740FB6-15B9-4B3C-8BDF-026580793A65}" destId="{A2BD952B-D33D-4EAF-9A83-709F57678CBD}" srcOrd="1" destOrd="0" presId="urn:microsoft.com/office/officeart/2005/8/layout/hierarchy3"/>
    <dgm:cxn modelId="{A4641F40-F0D5-4856-9C6A-92F5D4639EF0}" type="presParOf" srcId="{69ADF844-1921-4ABC-B9EC-BFB38D98A156}" destId="{BCDA78CD-4A96-4B62-8ABD-482B43FF49BA}" srcOrd="1" destOrd="0" presId="urn:microsoft.com/office/officeart/2005/8/layout/hierarchy3"/>
    <dgm:cxn modelId="{2DE50320-D83A-418E-B491-099BA0D9148C}" type="presParOf" srcId="{CBA8C07A-BB56-44D0-847C-FF24A6CF5D62}" destId="{09136E49-7613-419E-81E2-1AB05763C51B}" srcOrd="2" destOrd="0" presId="urn:microsoft.com/office/officeart/2005/8/layout/hierarchy3"/>
    <dgm:cxn modelId="{4AC2D58D-1198-47B6-8212-CF6A6B93E973}" type="presParOf" srcId="{09136E49-7613-419E-81E2-1AB05763C51B}" destId="{631DD67D-7A06-4338-9437-59B2D45DCF01}" srcOrd="0" destOrd="0" presId="urn:microsoft.com/office/officeart/2005/8/layout/hierarchy3"/>
    <dgm:cxn modelId="{F18B36E3-9BD3-4E80-B3EA-12AAB674E956}" type="presParOf" srcId="{631DD67D-7A06-4338-9437-59B2D45DCF01}" destId="{08BCAA57-158F-4611-956F-4DFBCA5FB2AF}" srcOrd="0" destOrd="0" presId="urn:microsoft.com/office/officeart/2005/8/layout/hierarchy3"/>
    <dgm:cxn modelId="{62A6002A-4CB3-4204-A04A-9CDE299403DD}" type="presParOf" srcId="{631DD67D-7A06-4338-9437-59B2D45DCF01}" destId="{3E87CD2A-0EF4-410A-B570-B8165B20DD7C}" srcOrd="1" destOrd="0" presId="urn:microsoft.com/office/officeart/2005/8/layout/hierarchy3"/>
    <dgm:cxn modelId="{05CF840F-FE02-414E-966E-FA9C2FCD5E5F}" type="presParOf" srcId="{09136E49-7613-419E-81E2-1AB05763C51B}" destId="{846E378B-7435-4500-B5E6-6DF8A65E7BB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560550-A705-4960-AF35-59F8533C1E4E}">
      <dsp:nvSpPr>
        <dsp:cNvPr id="0" name=""/>
        <dsp:cNvSpPr/>
      </dsp:nvSpPr>
      <dsp:spPr>
        <a:xfrm>
          <a:off x="1162" y="884853"/>
          <a:ext cx="2719403" cy="13597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Visual code stude</a:t>
          </a:r>
          <a:endParaRPr lang="en-US" sz="3800" kern="1200"/>
        </a:p>
      </dsp:txBody>
      <dsp:txXfrm>
        <a:off x="40986" y="924677"/>
        <a:ext cx="2639755" cy="1280053"/>
      </dsp:txXfrm>
    </dsp:sp>
    <dsp:sp modelId="{A4735839-A47B-4932-804E-D520E39411B2}">
      <dsp:nvSpPr>
        <dsp:cNvPr id="0" name=""/>
        <dsp:cNvSpPr/>
      </dsp:nvSpPr>
      <dsp:spPr>
        <a:xfrm>
          <a:off x="3400416" y="884853"/>
          <a:ext cx="2719403" cy="13597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554130"/>
                <a:satOff val="-367"/>
                <a:lumOff val="5784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554130"/>
                <a:satOff val="-367"/>
                <a:lumOff val="5784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554130"/>
                <a:satOff val="-367"/>
                <a:lumOff val="5784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Angular </a:t>
          </a:r>
          <a:endParaRPr lang="en-US" sz="3800" kern="1200"/>
        </a:p>
      </dsp:txBody>
      <dsp:txXfrm>
        <a:off x="3440240" y="924677"/>
        <a:ext cx="2639755" cy="1280053"/>
      </dsp:txXfrm>
    </dsp:sp>
    <dsp:sp modelId="{08BCAA57-158F-4611-956F-4DFBCA5FB2AF}">
      <dsp:nvSpPr>
        <dsp:cNvPr id="0" name=""/>
        <dsp:cNvSpPr/>
      </dsp:nvSpPr>
      <dsp:spPr>
        <a:xfrm>
          <a:off x="6799671" y="884853"/>
          <a:ext cx="2719403" cy="13597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108260"/>
                <a:satOff val="-733"/>
                <a:lumOff val="11569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108260"/>
                <a:satOff val="-733"/>
                <a:lumOff val="11569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108260"/>
                <a:satOff val="-733"/>
                <a:lumOff val="11569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48260" rIns="7239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NodeJS.</a:t>
          </a:r>
          <a:endParaRPr lang="en-US" sz="3800" kern="1200"/>
        </a:p>
      </dsp:txBody>
      <dsp:txXfrm>
        <a:off x="6839495" y="924677"/>
        <a:ext cx="2639755" cy="1280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251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41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9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613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77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79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65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044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288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50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5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25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imer plano de una rayuela en la acera">
            <a:extLst>
              <a:ext uri="{FF2B5EF4-FFF2-40B4-BE49-F238E27FC236}">
                <a16:creationId xmlns:a16="http://schemas.microsoft.com/office/drawing/2014/main" id="{D47F8769-5F66-369C-E9F4-3B9A3F2C8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47" r="-1" b="5480"/>
          <a:stretch>
            <a:fillRect/>
          </a:stretch>
        </p:blipFill>
        <p:spPr>
          <a:xfrm>
            <a:off x="2" y="10"/>
            <a:ext cx="12191695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562DE78-580F-4E33-8E0C-A3C187D3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9A5E2E-A8D0-C336-FC2A-50D60ED4A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5511" y="3236470"/>
            <a:ext cx="6726267" cy="1252601"/>
          </a:xfrm>
        </p:spPr>
        <p:txBody>
          <a:bodyPr>
            <a:normAutofit/>
          </a:bodyPr>
          <a:lstStyle/>
          <a:p>
            <a:r>
              <a:rPr lang="es-CL" sz="4400">
                <a:solidFill>
                  <a:srgbClr val="FFFFFE"/>
                </a:solidFill>
              </a:rPr>
              <a:t>MI primera app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D2C565-EB1E-F9DA-C59F-F557EE5BD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5512" y="4669144"/>
            <a:ext cx="6726266" cy="716529"/>
          </a:xfrm>
        </p:spPr>
        <p:txBody>
          <a:bodyPr>
            <a:normAutofit/>
          </a:bodyPr>
          <a:lstStyle/>
          <a:p>
            <a:r>
              <a:rPr lang="es-CL" sz="1600">
                <a:solidFill>
                  <a:srgbClr val="FFFFFE"/>
                </a:solidFill>
              </a:rPr>
              <a:t>Joaquin SAAVEDRA</a:t>
            </a:r>
          </a:p>
          <a:p>
            <a:endParaRPr lang="es-CL" sz="1600">
              <a:solidFill>
                <a:srgbClr val="FFFFFE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EC4E69-7E75-4FC0-8AC7-FCEEEC43F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48548" y="3235780"/>
            <a:ext cx="0" cy="1253291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065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9C51009-A09A-4689-8E6C-F8FC99E6A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6F8A2B-E5D4-3C11-DE8D-F5651720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961" y="1600199"/>
            <a:ext cx="3173482" cy="4297680"/>
          </a:xfrm>
        </p:spPr>
        <p:txBody>
          <a:bodyPr anchor="ctr">
            <a:normAutofit/>
          </a:bodyPr>
          <a:lstStyle/>
          <a:p>
            <a:r>
              <a:rPr lang="es-CL" dirty="0"/>
              <a:t>¿Qué app hacer?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C65442-F244-409C-BF44-C5D6472E8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199"/>
            <a:ext cx="0" cy="429768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711B20-B894-5970-39AE-5569BB8D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151" y="1600199"/>
            <a:ext cx="6169703" cy="4297680"/>
          </a:xfrm>
        </p:spPr>
        <p:txBody>
          <a:bodyPr anchor="ctr">
            <a:normAutofit/>
          </a:bodyPr>
          <a:lstStyle/>
          <a:p>
            <a:r>
              <a:rPr lang="es-CL" dirty="0"/>
              <a:t>Estaba pensando en el conocimiento para poder,  expandirlo en masa a todo el mundo, algo accesible, algo que me dejara poder compartir al mundo y estuviera en los bolsillo de todos.</a:t>
            </a:r>
          </a:p>
        </p:txBody>
      </p:sp>
    </p:spTree>
    <p:extLst>
      <p:ext uri="{BB962C8B-B14F-4D97-AF65-F5344CB8AC3E}">
        <p14:creationId xmlns:p14="http://schemas.microsoft.com/office/powerpoint/2010/main" val="159020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la de libros multicolores">
            <a:extLst>
              <a:ext uri="{FF2B5EF4-FFF2-40B4-BE49-F238E27FC236}">
                <a16:creationId xmlns:a16="http://schemas.microsoft.com/office/drawing/2014/main" id="{89793A4C-756D-625B-24A4-217066DC89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8119" r="12104" b="-1"/>
          <a:stretch>
            <a:fillRect/>
          </a:stretch>
        </p:blipFill>
        <p:spPr>
          <a:xfrm>
            <a:off x="305" y="10"/>
            <a:ext cx="12191695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301" y="443732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636" y="540921"/>
            <a:ext cx="49739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12192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B23252-F1E4-5DF0-F708-62F93222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1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es-CL" dirty="0"/>
              <a:t>Una APP DE LIBRERÍA.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535C1A-8E18-C52C-A475-BB898DE88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1938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es-CL" dirty="0"/>
              <a:t>Una app donde estuvieran todos los libros del mundo, donde fueran descargables. Donde los médicos pudieran descargar libros caros de manera accesible, políticos pudieran leer archivos y ensayos en </a:t>
            </a:r>
            <a:r>
              <a:rPr lang="es-CL" dirty="0" err="1"/>
              <a:t>pdf</a:t>
            </a:r>
            <a:r>
              <a:rPr lang="es-CL" dirty="0"/>
              <a:t>.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23229" y="6007878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2219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97167-D999-C289-34D7-B0182AD41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</p:spPr>
        <p:txBody>
          <a:bodyPr>
            <a:normAutofit/>
          </a:bodyPr>
          <a:lstStyle/>
          <a:p>
            <a:r>
              <a:rPr lang="es-CL" dirty="0"/>
              <a:t>Por ende se ocupo </a:t>
            </a:r>
          </a:p>
        </p:txBody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7C186155-29E1-55A3-6F3E-E5E43B1C0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581467"/>
              </p:ext>
            </p:extLst>
          </p:nvPr>
        </p:nvGraphicFramePr>
        <p:xfrm>
          <a:off x="1535113" y="2336353"/>
          <a:ext cx="9520237" cy="3129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2272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D6EDB49-211E-499D-9A08-6C5FF3D06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F9F37E-D3CF-4F3D-96C2-25307819D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FFF17D-767C-40E7-8C89-962F1F54B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1" y="638508"/>
            <a:ext cx="10905339" cy="4843439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10000"/>
                </a:schemeClr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 prstMaterial="matte">
            <a:bevelT w="133350" h="50800" prst="divo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F39E1-619D-4D9E-8823-8BD8CC320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0204" y="865667"/>
            <a:ext cx="10451592" cy="4389120"/>
          </a:xfrm>
          <a:prstGeom prst="rect">
            <a:avLst/>
          </a:prstGeom>
          <a:gradFill>
            <a:gsLst>
              <a:gs pos="0">
                <a:srgbClr val="DADADA"/>
              </a:gs>
              <a:gs pos="100000">
                <a:srgbClr val="FFFFFE"/>
              </a:gs>
            </a:gsLst>
            <a:lin ang="16200000" scaled="0"/>
          </a:gradFill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C53F47-DF50-454F-A5A6-6B969748D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796" y="1030259"/>
            <a:ext cx="10122408" cy="4059936"/>
          </a:xfrm>
          <a:prstGeom prst="rect">
            <a:avLst/>
          </a:prstGeom>
          <a:solidFill>
            <a:srgbClr val="FFFFFE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A62080C-82B3-E1CE-C174-993B092FD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6053"/>
            <a:ext cx="9405891" cy="1002990"/>
          </a:xfrm>
        </p:spPr>
        <p:txBody>
          <a:bodyPr>
            <a:normAutofit/>
          </a:bodyPr>
          <a:lstStyle/>
          <a:p>
            <a:r>
              <a:rPr lang="es-CL" dirty="0"/>
              <a:t>Con código limpio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D74A8-5576-BE2E-1512-64BD3E0E9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464991"/>
            <a:ext cx="9405891" cy="2403571"/>
          </a:xfrm>
        </p:spPr>
        <p:txBody>
          <a:bodyPr>
            <a:normAutofit/>
          </a:bodyPr>
          <a:lstStyle/>
          <a:p>
            <a:r>
              <a:rPr lang="es-CL" dirty="0"/>
              <a:t>Donde la gente pueda tener un inicio de sección.</a:t>
            </a:r>
          </a:p>
          <a:p>
            <a:r>
              <a:rPr lang="es-CL" dirty="0"/>
              <a:t>Un registro</a:t>
            </a:r>
          </a:p>
          <a:p>
            <a:r>
              <a:rPr lang="es-CL" dirty="0"/>
              <a:t>Ya si quiere la gente quiere puede comprar.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8699095-CEB1-4E14-B995-7B7553B9B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9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4A5C6F-E11D-D952-A83B-4A03543CE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523" y="804519"/>
            <a:ext cx="3160501" cy="4431360"/>
          </a:xfrm>
        </p:spPr>
        <p:txBody>
          <a:bodyPr anchor="ctr">
            <a:normAutofit/>
          </a:bodyPr>
          <a:lstStyle/>
          <a:p>
            <a:r>
              <a:rPr lang="es-CL" dirty="0"/>
              <a:t>Quiero que el conocimiento llegue  a todo el mundo.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45156" y="962799"/>
            <a:ext cx="0" cy="41148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B21360-5370-FC39-8F81-78B313B1B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804520"/>
            <a:ext cx="6102559" cy="4431359"/>
          </a:xfrm>
        </p:spPr>
        <p:txBody>
          <a:bodyPr anchor="ctr">
            <a:normAutofit/>
          </a:bodyPr>
          <a:lstStyle/>
          <a:p>
            <a:r>
              <a:rPr lang="es-CL" dirty="0"/>
              <a:t>La educación es un privilegio cuando será normalizada y todos tengan educación de calidad la sociedad, cuando la sociedad tenga esta solución, el mundo avanzara a un mejor presente donde habrá </a:t>
            </a:r>
            <a:r>
              <a:rPr lang="es-CL"/>
              <a:t>mas equidad.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D04084-89BE-4B9E-B532-47E561636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549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ería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164</Words>
  <Application>Microsoft Office PowerPoint</Application>
  <PresentationFormat>Panorámica</PresentationFormat>
  <Paragraphs>16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Palatino Linotype</vt:lpstr>
      <vt:lpstr>Galería</vt:lpstr>
      <vt:lpstr>MI primera app</vt:lpstr>
      <vt:lpstr>¿Qué app hacer? </vt:lpstr>
      <vt:lpstr>Una APP DE LIBRERÍA. </vt:lpstr>
      <vt:lpstr>Por ende se ocupo </vt:lpstr>
      <vt:lpstr>Con código limpio</vt:lpstr>
      <vt:lpstr>Quiero que el conocimiento llegue  a todo el mundo.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JOAQUIN ANTONIO SAAVEDRA SOTO</dc:creator>
  <cp:lastModifiedBy>JOAQUIN ANTONIO SAAVEDRA SOTO</cp:lastModifiedBy>
  <cp:revision>1</cp:revision>
  <dcterms:created xsi:type="dcterms:W3CDTF">2025-11-11T02:23:49Z</dcterms:created>
  <dcterms:modified xsi:type="dcterms:W3CDTF">2025-11-11T02:42:12Z</dcterms:modified>
</cp:coreProperties>
</file>